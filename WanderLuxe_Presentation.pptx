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50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adsingh1251@gmail.com" userId="4e06e7dc8da4c4e0" providerId="LiveId" clId="{52D3E829-388A-4231-B086-CE450E6ACE3B}"/>
    <pc:docChg chg="custSel modSld">
      <pc:chgData name="sharadsingh1251@gmail.com" userId="4e06e7dc8da4c4e0" providerId="LiveId" clId="{52D3E829-388A-4231-B086-CE450E6ACE3B}" dt="2026-05-04T18:47:17.069" v="84" actId="27636"/>
      <pc:docMkLst>
        <pc:docMk/>
      </pc:docMkLst>
      <pc:sldChg chg="modSp mod">
        <pc:chgData name="sharadsingh1251@gmail.com" userId="4e06e7dc8da4c4e0" providerId="LiveId" clId="{52D3E829-388A-4231-B086-CE450E6ACE3B}" dt="2026-05-04T18:47:17.043" v="78" actId="27636"/>
        <pc:sldMkLst>
          <pc:docMk/>
          <pc:sldMk cId="0" sldId="256"/>
        </pc:sldMkLst>
        <pc:spChg chg="mod">
          <ac:chgData name="sharadsingh1251@gmail.com" userId="4e06e7dc8da4c4e0" providerId="LiveId" clId="{52D3E829-388A-4231-B086-CE450E6ACE3B}" dt="2026-05-04T18:47:17" v="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aradsingh1251@gmail.com" userId="4e06e7dc8da4c4e0" providerId="LiveId" clId="{52D3E829-388A-4231-B086-CE450E6ACE3B}" dt="2026-05-04T18:47:17.043" v="78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haradsingh1251@gmail.com" userId="4e06e7dc8da4c4e0" providerId="LiveId" clId="{52D3E829-388A-4231-B086-CE450E6ACE3B}" dt="2026-05-04T18:47:17" v="77"/>
        <pc:sldMkLst>
          <pc:docMk/>
          <pc:sldMk cId="0" sldId="257"/>
        </pc:sldMkLst>
        <pc:spChg chg="mod">
          <ac:chgData name="sharadsingh1251@gmail.com" userId="4e06e7dc8da4c4e0" providerId="LiveId" clId="{52D3E829-388A-4231-B086-CE450E6ACE3B}" dt="2026-05-04T18:47:17" v="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sharadsingh1251@gmail.com" userId="4e06e7dc8da4c4e0" providerId="LiveId" clId="{52D3E829-388A-4231-B086-CE450E6ACE3B}" dt="2026-05-04T18:47:17" v="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haradsingh1251@gmail.com" userId="4e06e7dc8da4c4e0" providerId="LiveId" clId="{52D3E829-388A-4231-B086-CE450E6ACE3B}" dt="2026-05-04T18:47:17.053" v="79" actId="27636"/>
        <pc:sldMkLst>
          <pc:docMk/>
          <pc:sldMk cId="0" sldId="258"/>
        </pc:sldMkLst>
        <pc:spChg chg="mod">
          <ac:chgData name="sharadsingh1251@gmail.com" userId="4e06e7dc8da4c4e0" providerId="LiveId" clId="{52D3E829-388A-4231-B086-CE450E6ACE3B}" dt="2026-05-04T18:47:17" v="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aradsingh1251@gmail.com" userId="4e06e7dc8da4c4e0" providerId="LiveId" clId="{52D3E829-388A-4231-B086-CE450E6ACE3B}" dt="2026-05-04T18:47:17.053" v="79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haradsingh1251@gmail.com" userId="4e06e7dc8da4c4e0" providerId="LiveId" clId="{52D3E829-388A-4231-B086-CE450E6ACE3B}" dt="2026-05-04T18:47:17" v="77"/>
        <pc:sldMkLst>
          <pc:docMk/>
          <pc:sldMk cId="0" sldId="259"/>
        </pc:sldMkLst>
        <pc:spChg chg="mod">
          <ac:chgData name="sharadsingh1251@gmail.com" userId="4e06e7dc8da4c4e0" providerId="LiveId" clId="{52D3E829-388A-4231-B086-CE450E6ACE3B}" dt="2026-05-04T18:47:17" v="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sharadsingh1251@gmail.com" userId="4e06e7dc8da4c4e0" providerId="LiveId" clId="{52D3E829-388A-4231-B086-CE450E6ACE3B}" dt="2026-05-04T18:47:17" v="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haradsingh1251@gmail.com" userId="4e06e7dc8da4c4e0" providerId="LiveId" clId="{52D3E829-388A-4231-B086-CE450E6ACE3B}" dt="2026-05-04T18:47:17.059" v="80" actId="27636"/>
        <pc:sldMkLst>
          <pc:docMk/>
          <pc:sldMk cId="0" sldId="260"/>
        </pc:sldMkLst>
        <pc:spChg chg="mod">
          <ac:chgData name="sharadsingh1251@gmail.com" userId="4e06e7dc8da4c4e0" providerId="LiveId" clId="{52D3E829-388A-4231-B086-CE450E6ACE3B}" dt="2026-05-04T18:47:17" v="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sharadsingh1251@gmail.com" userId="4e06e7dc8da4c4e0" providerId="LiveId" clId="{52D3E829-388A-4231-B086-CE450E6ACE3B}" dt="2026-05-04T18:47:17.059" v="80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sharadsingh1251@gmail.com" userId="4e06e7dc8da4c4e0" providerId="LiveId" clId="{52D3E829-388A-4231-B086-CE450E6ACE3B}" dt="2026-05-04T18:47:17.061" v="81" actId="27636"/>
        <pc:sldMkLst>
          <pc:docMk/>
          <pc:sldMk cId="0" sldId="261"/>
        </pc:sldMkLst>
        <pc:spChg chg="mod">
          <ac:chgData name="sharadsingh1251@gmail.com" userId="4e06e7dc8da4c4e0" providerId="LiveId" clId="{52D3E829-388A-4231-B086-CE450E6ACE3B}" dt="2026-05-04T18:47:17" v="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sharadsingh1251@gmail.com" userId="4e06e7dc8da4c4e0" providerId="LiveId" clId="{52D3E829-388A-4231-B086-CE450E6ACE3B}" dt="2026-05-04T18:47:17.061" v="81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sharadsingh1251@gmail.com" userId="4e06e7dc8da4c4e0" providerId="LiveId" clId="{52D3E829-388A-4231-B086-CE450E6ACE3B}" dt="2026-05-04T18:47:17.065" v="82" actId="27636"/>
        <pc:sldMkLst>
          <pc:docMk/>
          <pc:sldMk cId="0" sldId="262"/>
        </pc:sldMkLst>
        <pc:spChg chg="mod">
          <ac:chgData name="sharadsingh1251@gmail.com" userId="4e06e7dc8da4c4e0" providerId="LiveId" clId="{52D3E829-388A-4231-B086-CE450E6ACE3B}" dt="2026-05-04T18:47:17" v="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sharadsingh1251@gmail.com" userId="4e06e7dc8da4c4e0" providerId="LiveId" clId="{52D3E829-388A-4231-B086-CE450E6ACE3B}" dt="2026-05-04T18:47:17.065" v="82" actId="2763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sharadsingh1251@gmail.com" userId="4e06e7dc8da4c4e0" providerId="LiveId" clId="{52D3E829-388A-4231-B086-CE450E6ACE3B}" dt="2026-05-04T18:47:17.068" v="83" actId="27636"/>
        <pc:sldMkLst>
          <pc:docMk/>
          <pc:sldMk cId="0" sldId="263"/>
        </pc:sldMkLst>
        <pc:spChg chg="mod">
          <ac:chgData name="sharadsingh1251@gmail.com" userId="4e06e7dc8da4c4e0" providerId="LiveId" clId="{52D3E829-388A-4231-B086-CE450E6ACE3B}" dt="2026-05-04T18:47:17" v="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sharadsingh1251@gmail.com" userId="4e06e7dc8da4c4e0" providerId="LiveId" clId="{52D3E829-388A-4231-B086-CE450E6ACE3B}" dt="2026-05-04T18:47:17.068" v="83" actId="2763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sharadsingh1251@gmail.com" userId="4e06e7dc8da4c4e0" providerId="LiveId" clId="{52D3E829-388A-4231-B086-CE450E6ACE3B}" dt="2026-05-04T18:47:17.069" v="84" actId="27636"/>
        <pc:sldMkLst>
          <pc:docMk/>
          <pc:sldMk cId="0" sldId="264"/>
        </pc:sldMkLst>
        <pc:spChg chg="mod">
          <ac:chgData name="sharadsingh1251@gmail.com" userId="4e06e7dc8da4c4e0" providerId="LiveId" clId="{52D3E829-388A-4231-B086-CE450E6ACE3B}" dt="2026-05-04T18:47:17" v="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sharadsingh1251@gmail.com" userId="4e06e7dc8da4c4e0" providerId="LiveId" clId="{52D3E829-388A-4231-B086-CE450E6ACE3B}" dt="2026-05-04T18:47:17.069" v="84" actId="27636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sharadsingh1251@gmail.com" userId="4e06e7dc8da4c4e0" providerId="LiveId" clId="{52D3E829-388A-4231-B086-CE450E6ACE3B}" dt="2026-05-04T18:47:17" v="77"/>
        <pc:sldMkLst>
          <pc:docMk/>
          <pc:sldMk cId="0" sldId="265"/>
        </pc:sldMkLst>
        <pc:spChg chg="mod">
          <ac:chgData name="sharadsingh1251@gmail.com" userId="4e06e7dc8da4c4e0" providerId="LiveId" clId="{52D3E829-388A-4231-B086-CE450E6ACE3B}" dt="2026-05-04T18:47:17" v="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aradsingh1251@gmail.com" userId="4e06e7dc8da4c4e0" providerId="LiveId" clId="{52D3E829-388A-4231-B086-CE450E6ACE3B}" dt="2026-05-04T18:47:17" v="77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05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51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1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0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4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03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58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9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47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4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3137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12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5498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95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42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24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09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WanderLuxe: AI-Powered Bespoke Travel Concierge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t>A Modern Web Technologies Project</a:t>
            </a:r>
          </a:p>
          <a:p>
            <a:endParaRPr/>
          </a:p>
          <a:p>
            <a:r>
              <a:t>Presented By: Suryansh Singh (3cse4)</a:t>
            </a:r>
          </a:p>
          <a:p>
            <a:r>
              <a:t>cs-2341380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WanderLuxe?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 premium, single-page web application designed for luxury travel planning.</a:t>
            </a:r>
          </a:p>
          <a:p>
            <a:r>
              <a:t>Uses Generative AI to act as a personal travel concierge.</a:t>
            </a:r>
          </a:p>
          <a:p>
            <a:r>
              <a:t>Automatically generates day-by-day itineraries based on user preferences.</a:t>
            </a:r>
          </a:p>
          <a:p>
            <a:r>
              <a:t>Replaces tedious travel research with an interactive, conversational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Challenge of Travel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Information Overload: Travelers spend hours browsing multiple sites to plan a single trip.</a:t>
            </a:r>
          </a:p>
          <a:p>
            <a:r>
              <a:t>Lack of Personalization: Standard travel blogs don't cater to specific budgets (e.g., ₹75,000) or exact durations.</a:t>
            </a:r>
          </a:p>
          <a:p>
            <a:r>
              <a:t>Poor User Experience: Traditional booking sites feel like spreadsheets rather than inspiring experiences.</a:t>
            </a:r>
          </a:p>
          <a:p>
            <a:r>
              <a:t>Static Content: Travel plans are hard to adjust dynamically once created.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WanderLuxe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Conversational UI: A natural language chat interface to gather user requirements seamlessly.</a:t>
            </a:r>
          </a:p>
          <a:p>
            <a:r>
              <a:t>Instant Generation: Uses AI to instantly compute travel logic and return a structured itinerary.</a:t>
            </a:r>
          </a:p>
          <a:p>
            <a:r>
              <a:t>Dynamic Adjustments: Users can update their budget or days, and the AI will adapt the plan in real-time.</a:t>
            </a:r>
          </a:p>
          <a:p>
            <a:r>
              <a:t>Luxury Aesthetic: A clean, editorial UI design to inspire trust and provide a premium feel.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Core Web Technologies (Frontend)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HTML5: Semantic structuring of the application (Main content, Sidebar, Modals, Forms).</a:t>
            </a:r>
          </a:p>
          <a:p>
            <a:r>
              <a:t>CSS3: Advanced styling using CSS Variables, Flexbox, CSS Grid, Glassmorphism, and Keyframe animations.</a:t>
            </a:r>
          </a:p>
          <a:p>
            <a:r>
              <a:t>JavaScript (ES6+):</a:t>
            </a:r>
          </a:p>
          <a:p>
            <a:pPr lvl="1"/>
            <a:r>
              <a:t>- DOM Manipulation for dynamic UI updates.</a:t>
            </a:r>
          </a:p>
          <a:p>
            <a:pPr lvl="1"/>
            <a:r>
              <a:t>- Asynchronous programming (async/await, fetch API) for handling network requests.</a:t>
            </a:r>
          </a:p>
          <a:p>
            <a:pPr lvl="1"/>
            <a:r>
              <a:t>- LocalStorage for saving user preferences.</a:t>
            </a:r>
          </a:p>
          <a:p>
            <a:r>
              <a:t>Third-Party Libraries: marked.js via CDN for parsing AI Markdown into HTML.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&amp; API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Architecture: Client-side rendering (Serverless frontend).</a:t>
            </a:r>
          </a:p>
          <a:p>
            <a:r>
              <a:t>API Used: OpenRouter API / Google Gemini 2.0.</a:t>
            </a:r>
          </a:p>
          <a:p>
            <a:r>
              <a:t>Data Format: Communication handled entirely via JSON payloads (RESTful API architecture).</a:t>
            </a:r>
          </a:p>
          <a:p>
            <a:r>
              <a:t>System Prompting: The AI is pre-configured with a 'System Instruction' to enforce JSON/Markdown formatting and strict adherence to the Indian Rupee (₹) currency.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World Collection Grid: Clickable, visually appealing destination cards (Santorini, Kyoto, Maldives).</a:t>
            </a:r>
          </a:p>
          <a:p>
            <a:r>
              <a:t>Dynamic Budgeting: Dedicated fields for Trip Duration and Budget (in ₹) that feed directly into the AI prompt.</a:t>
            </a:r>
          </a:p>
          <a:p>
            <a:r>
              <a:t>Skyscanner Integration: Automatically extracts the generated destination and links the user to live flight data.</a:t>
            </a:r>
          </a:p>
          <a:p>
            <a:r>
              <a:t>Print-Ready Itineraries: A custom print stylesheet to allow users to export their plans cleanly.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for Luxury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Color Palette: Alabaster White, Deep Slate, and Brushed Gold accents.</a:t>
            </a:r>
          </a:p>
          <a:p>
            <a:r>
              <a:t>Typography: Mix of 'Playfair Display' (Serif for elegance) and 'Inter' (Sans-serif for readability).</a:t>
            </a:r>
          </a:p>
          <a:p>
            <a:r>
              <a:t>Micro-interactions: Hover effects, shimmer loading states while the AI processes data, and a continuous airplane animation banner.</a:t>
            </a:r>
          </a:p>
          <a:p>
            <a:r>
              <a:t>Responsive Design: Media queries ensure the split-screen layout adapts seamlessly to mobile devices.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Database Integration: Implement Node.js/MongoDB to allow users to save multiple trips and create accounts.</a:t>
            </a:r>
          </a:p>
          <a:p>
            <a:r>
              <a:t>Live API Integrations: Connect to live hotel APIs (like Amadeus or Booking.com) for real-time pricing.</a:t>
            </a:r>
          </a:p>
          <a:p>
            <a:r>
              <a:t>PDF Export: Use libraries like jsPDF for styled offline downloads.</a:t>
            </a:r>
          </a:p>
          <a:p>
            <a:r>
              <a:t>Weather Widget: Show live weather forecasts for the generated destination using the OpenWeather 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WanderLuxe demonstrates the power of combining modern vanilla Web Technologies (HTML/CSS/JS) with cutting-edge Generative AI.</a:t>
            </a:r>
          </a:p>
          <a:p>
            <a:r>
              <a:t>It highlights how API integrations can transform a static webpage into an intelligent, dynamic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64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50292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800"/>
            </a:pPr>
            <a:r>
              <a:t>Suryansh Singh</a:t>
            </a:r>
          </a:p>
          <a:p>
            <a:pPr algn="r">
              <a:defRPr sz="1800"/>
            </a:pPr>
            <a:r>
              <a:t>3cse4</a:t>
            </a:r>
          </a:p>
          <a:p>
            <a:pPr algn="r">
              <a:defRPr sz="1800"/>
            </a:pPr>
            <a:r>
              <a:t>cs-2341380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</TotalTime>
  <Words>633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Wisp</vt:lpstr>
      <vt:lpstr>WanderLuxe: AI-Powered Bespoke Travel Concierge</vt:lpstr>
      <vt:lpstr>What is WanderLuxe?</vt:lpstr>
      <vt:lpstr>The Challenge of Travel Planning</vt:lpstr>
      <vt:lpstr>The WanderLuxe Solution</vt:lpstr>
      <vt:lpstr>Core Web Technologies (Frontend)</vt:lpstr>
      <vt:lpstr>Backend &amp; API Integration</vt:lpstr>
      <vt:lpstr>Application Highlights</vt:lpstr>
      <vt:lpstr>Designing for Luxury</vt:lpstr>
      <vt:lpstr>Future Enhancements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sharadsingh1251@gmail.com</cp:lastModifiedBy>
  <cp:revision>1</cp:revision>
  <dcterms:created xsi:type="dcterms:W3CDTF">2013-01-27T09:14:16Z</dcterms:created>
  <dcterms:modified xsi:type="dcterms:W3CDTF">2026-05-04T18:47:39Z</dcterms:modified>
  <cp:category/>
</cp:coreProperties>
</file>